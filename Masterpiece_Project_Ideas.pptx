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286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MASTERPIECE PROJECT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Proposed Project Ideas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matching platforms for real-world needs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2631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937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PetMatch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80360" y="493776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2631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4937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Bayti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12080" y="493776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2631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4937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AidLink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9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PetMatch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compatibility matching between pets and adopters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4F7F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600200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adoption platform that matches people with the most compatible pet based on lifestyle, personality, living space, and available time, rather than photos alone.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569464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569464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looking to adopt a pet, and animal shelters or rescue organizations.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3872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4F7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3872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Method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538728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fees for shelters and organizations to list pets, plus optional service fees for veterinary checks or delivery.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0799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50799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Value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4507992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mismatched adoptions and pet returns by ensuring genuine compatibility between pet and owner before adoption.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47725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4F7F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5477256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5477256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Personality-based compatibility scoring, adopter needs analysis, adoption assistant chatbot, automated match explanations.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1 of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89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Bayti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compatibility matching between people and homes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4F7F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600200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helps people find a rental or home to buy that truly fits their life, by scoring compatibility between the person and the property instead of relying on photos.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569464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569464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and buyers, property owners, and real estate agents.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3872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4F7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3872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Method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538728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successful matches and transactions, plus a premium subscription for owners and agents to feature listings and view analytics.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0799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50799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Value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4507992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real cost of living, rent plus transport plus services, and prevents mismatched housing decisions that waste time and money.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47725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4F7F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5477256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5477256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Matching Score with explanation, property image analysis, location analysis, true cost calculator, needs-discovery chatbot.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2 of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9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AidLink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people in need with the right helper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4F7F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600200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connects people who need help, financial, educational, medical, or otherwise, with the individuals or organizations best able to provide it, instead of random social media posts.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569464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569464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in need of support such as students, families, and elderly people, alongside volunteers, donors, and charitable organizations.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3872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4F7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3872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Method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538728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 for organizations to access verified requests and analytics, plus a small service fee on facilitated paid services.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0799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50799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Value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4507992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needs with the right helper faster and more reliably, and enables non-financial help such as knowledge, service, or transportation.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47725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4F7F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5477256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5477256"/>
            <a:ext cx="8579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classification by type, urgency, and location, Smart Need-to-Helper Matching Score, automated support-type detection, matching chatbot.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3 of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ideas, one shared foundation: matching people with what truly fits them.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2026-09-21T10:28:46Z</dcterms:created>
  <dcterms:modified xsi:type="dcterms:W3CDTF">2026-09-21T10:28:46Z</dcterms:modified>
</cp:coreProperties>
</file>